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17093-696A-234F-550C-7680C31A6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22525-CCB5-624C-4F6A-A20D46E74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D333C-3E10-275B-37B9-96578B18E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F5D0-C619-4691-96F1-3D06116B2E1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14D6F-0C5E-52A9-A8FD-CAE0B9EB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04E0A-E9D4-EFFB-E458-301FB91EB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80342-01B2-436D-934B-12B40D4D3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02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2EF5B-EF44-5C0D-1DDD-7B96548C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FEA8D-9FC5-AE4D-17FE-1BC18D1A2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154D6-0DEF-DFA4-94BB-50E682915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F5D0-C619-4691-96F1-3D06116B2E1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CBFEA-BC6D-7187-8622-AA434A13F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7959B-0935-0BC4-886A-701E1B17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80342-01B2-436D-934B-12B40D4D3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89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1F09-A54E-0D28-00B0-EB514AD4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32BD5-AC9D-C86D-6132-7F74AD7FC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BD305-E02C-C82D-680E-E2A406C4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F5D0-C619-4691-96F1-3D06116B2E1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E51AD-39D7-4B11-E95E-F5BA673D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981C5-7086-1A22-6A21-71261CC9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80342-01B2-436D-934B-12B40D4D3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40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4CECE-8C61-0DDA-6D89-6632C838C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FEB01-BDD5-858E-7605-C37B8B269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DBE99-B1C4-7287-69CE-6E3DB6722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577B3-38AC-843F-8DF7-2CFEAF0A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F5D0-C619-4691-96F1-3D06116B2E1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5E35B-FDD6-6E96-B668-6F028DA6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A4054-CE02-BD80-6C87-0133FBF9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80342-01B2-436D-934B-12B40D4D3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114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F5FF1-3A5F-3022-E8B1-C4D6AF59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63A01-9FA6-3934-FAB7-EFD594D56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4D99D-DED9-4AB6-EA2C-47848A949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EBEE8A-A69A-C1E8-C26F-4A583EA7A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F517D1-1E69-FFDB-9E63-E32AF9A8A0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4AE6E3-9999-B65F-2598-529D6F55C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F5D0-C619-4691-96F1-3D06116B2E1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4B7745-088E-51E5-4AE9-60EE250C0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40A7F9-9A19-ED53-A301-772D11B83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80342-01B2-436D-934B-12B40D4D3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715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CEFEA-2269-27BD-BA3F-78594ED7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4DD07-0D20-74ED-7557-63DF1E4C8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F5D0-C619-4691-96F1-3D06116B2E1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AE851-9D60-E3AD-094E-0F232BABA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4AE24-3688-5564-8FC1-2249A359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80342-01B2-436D-934B-12B40D4D3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796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9598D-56FF-0A1C-E71D-A1D73206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F5D0-C619-4691-96F1-3D06116B2E1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F6ACE-0ED2-5F06-848F-7C7A77258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9912-09F9-8D0F-D3F4-9373D3FA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80342-01B2-436D-934B-12B40D4D3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50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2933-B7EC-F69D-B39E-2D4C2FF32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FD693-C98F-6EFB-3A10-74E79B38A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20207-E532-F59E-3490-05B2572D0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5F6CD-283B-99E3-70E6-2B6ACF0D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F5D0-C619-4691-96F1-3D06116B2E1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1E85D-1EA0-980E-3A52-D1906CB9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E5329-8842-73A1-C3E4-6988F52E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80342-01B2-436D-934B-12B40D4D3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49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5FFDB-3D4D-F6A7-B033-3E2174A5C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CF2DCB-E40D-562D-8CFD-550D2C00D6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61457-10B0-4A96-B9BA-491F7AD44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E0006-A60C-67E3-439D-4C5D1F8F3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F5D0-C619-4691-96F1-3D06116B2E1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8DD25-5D4B-7F57-B751-728EC97B2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893EA-6B33-ED10-1FD8-39BF1159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80342-01B2-436D-934B-12B40D4D3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181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83E0-5714-7231-A0D0-7E9919D0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ED007-8732-0D62-5B52-FF3A46596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173AF-2F47-E558-575E-AFE4A250F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F5D0-C619-4691-96F1-3D06116B2E1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6B905-E9C2-ECA3-A391-2505A877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09957-FD05-9658-B8C4-D97156D1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80342-01B2-436D-934B-12B40D4D3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3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2555F5-9247-1298-14F8-F62097E2AF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CA693-566B-E92A-7BEF-2164E1D5A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789F7-0571-3761-53B5-A14AF985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F5D0-C619-4691-96F1-3D06116B2E1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BD184-9211-8CF8-0883-94CD2FDA9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1BEB-41B5-6FAA-9478-8A05D422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80342-01B2-436D-934B-12B40D4D3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95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C0E6C-FB6A-53E0-8E81-9712BD8AA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62E1A-B0C4-9611-DA64-6A7C1420B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D26AA-0F99-4722-99B7-553C99E42D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3F5D0-C619-4691-96F1-3D06116B2E1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CA4A4-12FE-A24D-BE9D-82604E080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AF849-D0C6-924A-5EB2-8AE7884C5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80342-01B2-436D-934B-12B40D4D3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39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5E4E-FBE6-F8C4-DFA9-6151593BC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FCBA3A-38B1-F0E8-376B-B7A91C366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3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A1414-4844-0EE8-4AAE-C08DB9750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5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9BA7C-5B83-EC83-F3A7-AB6443F0B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73A9B5-0A20-3CC5-B7B1-9460B1358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7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63E51-CB09-0755-E8F7-27F7081D8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91B63C-C192-E9FB-C6A7-770F54A63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479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8202F-24A9-4B72-7241-D584BD847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60EC82-FE87-D2B6-3E60-BFDD13257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0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D380A-E46E-351B-AC84-A9EBED0A4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DC7E7C-F1BF-0DE7-4542-A4B46D21F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221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F9916-4740-981C-5337-47F4CF04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FB3970-D145-EA1A-C65C-ACB0C145A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02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81973-E239-72B6-F71D-3D4AA0D8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6CA02-23EF-411B-FA29-EB248DE06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74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50D1B-3E89-5CA6-A413-6CE90D73B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5A5FC9-F2CF-230A-8DAC-A5C15B286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3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2C4A1-6397-DCBC-4971-4C61A0CAE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F84AE3-E6D1-75FA-3BF3-BC05EDEA2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274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499FF-76C8-23D1-EAF1-2D7B7E25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CAB1E1-451D-EC05-B42B-5235F205D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87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2D2E7-A397-EE70-C346-302AE9C0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902AC0-7F59-BADA-3E94-247303ACD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28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Ananya Khaitan</dc:creator>
  <cp:lastModifiedBy>Ananya Khaitan</cp:lastModifiedBy>
  <cp:revision>1</cp:revision>
  <dcterms:created xsi:type="dcterms:W3CDTF">2026-04-12T19:45:03Z</dcterms:created>
  <dcterms:modified xsi:type="dcterms:W3CDTF">2026-04-12T19:50:44Z</dcterms:modified>
</cp:coreProperties>
</file>